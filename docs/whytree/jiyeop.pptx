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409986ed6d476c" /><Relationship Type="http://schemas.openxmlformats.org/officeDocument/2006/relationships/extended-properties" Target="/docProps/app.xml" Id="Ra0a0413cb262417d" /><Relationship Type="http://schemas.openxmlformats.org/officeDocument/2006/relationships/officeDocument" Target="/ppt/presentation.xml" Id="R4447e0dc1c774ef3" /></Relationships>
</file>

<file path=ppt/presentation.xml><?xml version="1.0" encoding="utf-8"?>
<p:presentation xmlns:p="http://schemas.openxmlformats.org/presentationml/2006/main">
  <p:sldMasterIdLst>
    <p:sldMasterId xmlns:r="http://schemas.openxmlformats.org/officeDocument/2006/relationships" id="2147483648" r:id="Ra5ffa92153934842"/>
  </p:sldMasterIdLst>
  <p:notesMasterIdLst>
    <p:notesMasterId xmlns:r="http://schemas.openxmlformats.org/officeDocument/2006/relationships" r:id="R7c68f11846eb4e6e"/>
  </p:notesMasterIdLst>
  <p:sldIdLst>
    <p:sldId xmlns:r="http://schemas.openxmlformats.org/officeDocument/2006/relationships" id="256" r:id="Rf88ef0d28bd246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b18ddef9234683" /><Relationship Type="http://schemas.openxmlformats.org/officeDocument/2006/relationships/slideMaster" Target="/ppt/slideMasters/slideMaster1.xml" Id="Ra5ffa92153934842" /><Relationship Type="http://schemas.openxmlformats.org/officeDocument/2006/relationships/notesMaster" Target="/ppt/notesMasters/notesMaster1.xml" Id="R7c68f11846eb4e6e" /><Relationship Type="http://schemas.openxmlformats.org/officeDocument/2006/relationships/presProps" Target="/ppt/presProps.xml" Id="Rd80f3f3b0d8b436d" /><Relationship Type="http://schemas.openxmlformats.org/officeDocument/2006/relationships/tableStyles" Target="/ppt/tableStyles.xml" Id="Rc727b90ca4934a3e" /><Relationship Type="http://schemas.openxmlformats.org/officeDocument/2006/relationships/slide" Target="/ppt/slides/slide1.xml" Id="Rf88ef0d28bd246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438b33f3384b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fd3d40f4f949eb" /><Relationship Type="http://schemas.openxmlformats.org/officeDocument/2006/relationships/notesMaster" Target="/ppt/notesMasters/notesMaster1.xml" Id="R25e13c7a0a254b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docs/whytree/jiyeop.md 및 신지엽과의 HW6 대화. 지원사업 신청은 자금 확보 과정이며 선정이나 수령을 보장하지 않는다. 개인 P0 구현 노드는 신청 가능한 공고 찾기이다. 사업계획서 작성은 개인 구현 범위 밖이다. 같은 업종의 작성 예시는 가상 예시로 표시한다.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574002c9e840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8bafcf558f40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c80123211d41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0a4107db334d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052b55adb04e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1f41da98d34f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3E6F85-E480-4CD5-86A4-0AC8DF22F3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A101C2-2724-493B-B807-3DBE9AD807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0B5E44-8F74-41A8-A8BF-7EABF749C2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873DE1-28F7-4763-B3C2-F6A15AB224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6551D2-3B0E-48C5-B5D2-A0CF87BDC26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27AE69-845C-4482-AF0A-8174D7206E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25797D-9B6D-4FAD-BB33-8F5F2CE024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59BE83-61B1-45B8-9CF3-374F507D25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E881C5-B6BC-4B45-901F-82D979C847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1D02BA-7751-4128-98F9-B74D9EF9CD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d6752c6a5842f7" /><Relationship Type="http://schemas.openxmlformats.org/officeDocument/2006/relationships/slideLayout" Target="/ppt/slideLayouts/slideLayout1.xml" Id="Rf3f96b432b6f47e3" /><Relationship Type="http://schemas.openxmlformats.org/officeDocument/2006/relationships/slideLayout" Target="/ppt/slideLayouts/slideLayout2.xml" Id="R01f21c3d803947a7" /><Relationship Type="http://schemas.openxmlformats.org/officeDocument/2006/relationships/slideLayout" Target="/ppt/slideLayouts/slideLayout3.xml" Id="Raf48248057ed4619" /><Relationship Type="http://schemas.openxmlformats.org/officeDocument/2006/relationships/slideLayout" Target="/ppt/slideLayouts/slideLayout4.xml" Id="Rb8c18dea742d47d0" /><Relationship Type="http://schemas.openxmlformats.org/officeDocument/2006/relationships/slideLayout" Target="/ppt/slideLayouts/slideLayout5.xml" Id="Rb064b8f331b6412c" /><Relationship Type="http://schemas.openxmlformats.org/officeDocument/2006/relationships/slideLayout" Target="/ppt/slideLayouts/slideLayout6.xml" Id="R87f06b9d4b2a4f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f96b432b6f47e3"/>
    <p:sldLayoutId xmlns:r="http://schemas.openxmlformats.org/officeDocument/2006/relationships" id="2147483650" r:id="R01f21c3d803947a7"/>
    <p:sldLayoutId xmlns:r="http://schemas.openxmlformats.org/officeDocument/2006/relationships" id="2147483651" r:id="Raf48248057ed4619"/>
    <p:sldLayoutId xmlns:r="http://schemas.openxmlformats.org/officeDocument/2006/relationships" id="2147483652" r:id="Rb8c18dea742d47d0"/>
    <p:sldLayoutId xmlns:r="http://schemas.openxmlformats.org/officeDocument/2006/relationships" id="2147483653" r:id="Rb064b8f331b6412c"/>
    <p:sldLayoutId xmlns:r="http://schemas.openxmlformats.org/officeDocument/2006/relationships" id="2147483654" r:id="R87f06b9d4b2a4f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12b297134a47f5" /><Relationship Type="http://schemas.openxmlformats.org/officeDocument/2006/relationships/notesSlide" Target="/ppt/notesSlides/notesSlide1.xml" Id="Rc63b6d88bb224937" /></Relationships>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0C8CBB96-210A-4001-A184-A5AC27AC6767}"/>
              </a:ext>
            </a:extLst>
          </p:cNvPr>
          <p:cNvCxnSpPr>
            <a:stCxn xmlns:a="http://schemas.openxmlformats.org/drawingml/2006/main" id="13" idx="0"/>
            <a:endCxn xmlns:a="http://schemas.openxmlformats.org/drawingml/2006/main" id="15" idx="2"/>
          </p:cNvCxnSpPr>
          <p:nvPr/>
        </p:nvCxnSpPr>
        <p:spPr>
          <a:xfrm xmlns:a="http://schemas.openxmlformats.org/drawingml/2006/main" flipV="1">
            <a:off x="4143375" y="4381500"/>
            <a:ext cx="4762500" cy="1381125"/>
          </a:xfrm>
          <a:prstGeom xmlns:a="http://schemas.openxmlformats.org/drawingml/2006/main" prst="straightConnector1">
            <a:avLst/>
          </a:prstGeom>
          <a:ln xmlns:a="http://schemas.openxmlformats.org/drawingml/2006/main" w="14288">
            <a:solidFill>
              <a:srgbClr val="9EA79E"/>
            </a:solidFill>
            <a:prstDash val="dash"/>
            <a:tailEnd type="triangle" w="sm" len="sm"/>
          </a:ln>
        </p:spPr>
      </p:cxnSp>
      <p:cxnSp>
        <p:nvCxnSpPr>
          <p:cNvPr id="32" name="">
            <a:extLst xmlns:a="http://schemas.openxmlformats.org/drawingml/2006/main">
              <a:ext uri="{FF2B5EF4-FFF2-40B4-BE49-F238E27FC236}">
                <a16:creationId xmlns:a16="http://schemas.microsoft.com/office/drawing/2014/main" id="{16C9EFAB-91B3-4128-8BA3-21959F3E8DCA}"/>
              </a:ext>
            </a:extLst>
          </p:cNvPr>
          <p:cNvCxnSpPr>
            <a:stCxn xmlns:a="http://schemas.openxmlformats.org/drawingml/2006/main" id="7" idx="3"/>
            <a:endCxn xmlns:a="http://schemas.openxmlformats.org/drawingml/2006/main" id="5" idx="1"/>
          </p:cNvCxnSpPr>
          <p:nvPr/>
        </p:nvCxnSpPr>
        <p:spPr>
          <a:xfrm xmlns:a="http://schemas.openxmlformats.org/drawingml/2006/main" flipV="1">
            <a:off x="5810250" y="2024063"/>
            <a:ext cx="3333750" cy="952500"/>
          </a:xfrm>
          <a:prstGeom xmlns:a="http://schemas.openxmlformats.org/drawingml/2006/main" prst="straightConnector1">
            <a:avLst/>
          </a:prstGeom>
          <a:ln xmlns:a="http://schemas.openxmlformats.org/drawingml/2006/main" w="14288">
            <a:solidFill>
              <a:srgbClr val="9EA79E"/>
            </a:solidFill>
            <a:prstDash val="dash"/>
            <a:tailEnd type="triangle" w="sm" len="sm"/>
          </a:ln>
        </p:spPr>
      </p:cxnSp>
      <p:cxnSp>
        <p:nvCxnSpPr>
          <p:cNvPr id="31" name="">
            <a:extLst xmlns:a="http://schemas.openxmlformats.org/drawingml/2006/main">
              <a:ext uri="{FF2B5EF4-FFF2-40B4-BE49-F238E27FC236}">
                <a16:creationId xmlns:a16="http://schemas.microsoft.com/office/drawing/2014/main" id="{E6E14788-0107-4E88-BF33-8D97D0920C85}"/>
              </a:ext>
            </a:extLst>
          </p:cNvPr>
          <p:cNvCxnSpPr>
            <a:stCxn xmlns:a="http://schemas.openxmlformats.org/drawingml/2006/main" id="17" idx="0"/>
            <a:endCxn xmlns:a="http://schemas.openxmlformats.org/drawingml/2006/main" id="5" idx="2"/>
          </p:cNvCxnSpPr>
          <p:nvPr/>
        </p:nvCxnSpPr>
        <p:spPr>
          <a:xfrm xmlns:a="http://schemas.openxmlformats.org/drawingml/2006/main" flipV="1">
            <a:off x="8477250" y="2286000"/>
            <a:ext cx="2000250" cy="428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7993D8C1-4D93-4456-AD49-FBC9F9D75915}"/>
              </a:ext>
            </a:extLst>
          </p:cNvPr>
          <p:cNvCxnSpPr>
            <a:stCxn xmlns:a="http://schemas.openxmlformats.org/drawingml/2006/main" id="16" idx="0"/>
            <a:endCxn xmlns:a="http://schemas.openxmlformats.org/drawingml/2006/main" id="5" idx="2"/>
          </p:cNvCxnSpPr>
          <p:nvPr/>
        </p:nvCxnSpPr>
        <p:spPr>
          <a:xfrm xmlns:a="http://schemas.openxmlformats.org/drawingml/2006/main" flipH="1" flipV="1">
            <a:off x="10477500" y="2286000"/>
            <a:ext cx="333375" cy="1571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2A511D72-9681-4818-82AB-14F0735F010B}"/>
              </a:ext>
            </a:extLst>
          </p:cNvPr>
          <p:cNvCxnSpPr>
            <a:stCxn xmlns:a="http://schemas.openxmlformats.org/drawingml/2006/main" id="15" idx="0"/>
            <a:endCxn xmlns:a="http://schemas.openxmlformats.org/drawingml/2006/main" id="5" idx="2"/>
          </p:cNvCxnSpPr>
          <p:nvPr/>
        </p:nvCxnSpPr>
        <p:spPr>
          <a:xfrm xmlns:a="http://schemas.openxmlformats.org/drawingml/2006/main" flipV="1">
            <a:off x="8905875" y="2286000"/>
            <a:ext cx="1571625" cy="1571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9D06689A-30B7-4440-87E2-E25E46CD1BCD}"/>
              </a:ext>
            </a:extLst>
          </p:cNvPr>
          <p:cNvCxnSpPr>
            <a:stCxn xmlns:a="http://schemas.openxmlformats.org/drawingml/2006/main" id="14" idx="0"/>
            <a:endCxn xmlns:a="http://schemas.openxmlformats.org/drawingml/2006/main" id="11" idx="2"/>
          </p:cNvCxnSpPr>
          <p:nvPr/>
        </p:nvCxnSpPr>
        <p:spPr>
          <a:xfrm xmlns:a="http://schemas.openxmlformats.org/drawingml/2006/main" flipH="1" flipV="1">
            <a:off x="4429125" y="5191125"/>
            <a:ext cx="2428875" cy="571500"/>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FC774CE7-AEBB-4059-9504-E89DD842C3DA}"/>
              </a:ext>
            </a:extLst>
          </p:cNvPr>
          <p:cNvCxnSpPr>
            <a:stCxn xmlns:a="http://schemas.openxmlformats.org/drawingml/2006/main" id="13" idx="0"/>
            <a:endCxn xmlns:a="http://schemas.openxmlformats.org/drawingml/2006/main" id="11" idx="2"/>
          </p:cNvCxnSpPr>
          <p:nvPr/>
        </p:nvCxnSpPr>
        <p:spPr>
          <a:xfrm xmlns:a="http://schemas.openxmlformats.org/drawingml/2006/main" flipV="1">
            <a:off x="4143375" y="5191125"/>
            <a:ext cx="285750" cy="571500"/>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7439ADBB-FF58-47B1-87FA-2877E1B068CC}"/>
              </a:ext>
            </a:extLst>
          </p:cNvPr>
          <p:cNvCxnSpPr>
            <a:stCxn xmlns:a="http://schemas.openxmlformats.org/drawingml/2006/main" id="12" idx="0"/>
            <a:endCxn xmlns:a="http://schemas.openxmlformats.org/drawingml/2006/main" id="11" idx="2"/>
          </p:cNvCxnSpPr>
          <p:nvPr/>
        </p:nvCxnSpPr>
        <p:spPr>
          <a:xfrm xmlns:a="http://schemas.openxmlformats.org/drawingml/2006/main" flipV="1">
            <a:off x="1476375" y="5191125"/>
            <a:ext cx="2952750" cy="571500"/>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951BDBE1-D1C1-4581-930C-D49EC6E906C9}"/>
              </a:ext>
            </a:extLst>
          </p:cNvPr>
          <p:cNvCxnSpPr>
            <a:stCxn xmlns:a="http://schemas.openxmlformats.org/drawingml/2006/main" id="11" idx="0"/>
            <a:endCxn xmlns:a="http://schemas.openxmlformats.org/drawingml/2006/main" id="9" idx="2"/>
          </p:cNvCxnSpPr>
          <p:nvPr/>
        </p:nvCxnSpPr>
        <p:spPr>
          <a:xfrm xmlns:a="http://schemas.openxmlformats.org/drawingml/2006/main" flipH="1" flipV="1">
            <a:off x="2071688" y="4191000"/>
            <a:ext cx="2357438" cy="428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3B983484-1817-4193-897F-8ABF94202590}"/>
              </a:ext>
            </a:extLst>
          </p:cNvPr>
          <p:cNvCxnSpPr>
            <a:stCxn xmlns:a="http://schemas.openxmlformats.org/drawingml/2006/main" id="10" idx="0"/>
            <a:endCxn xmlns:a="http://schemas.openxmlformats.org/drawingml/2006/main" id="9" idx="2"/>
          </p:cNvCxnSpPr>
          <p:nvPr/>
        </p:nvCxnSpPr>
        <p:spPr>
          <a:xfrm xmlns:a="http://schemas.openxmlformats.org/drawingml/2006/main" flipV="1">
            <a:off x="1452563" y="4191000"/>
            <a:ext cx="619125" cy="428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1AC66C11-D5D7-43DC-BC66-985F4831781E}"/>
              </a:ext>
            </a:extLst>
          </p:cNvPr>
          <p:cNvCxnSpPr>
            <a:stCxn xmlns:a="http://schemas.openxmlformats.org/drawingml/2006/main" id="9" idx="0"/>
            <a:endCxn xmlns:a="http://schemas.openxmlformats.org/drawingml/2006/main" id="6" idx="2"/>
          </p:cNvCxnSpPr>
          <p:nvPr/>
        </p:nvCxnSpPr>
        <p:spPr>
          <a:xfrm xmlns:a="http://schemas.openxmlformats.org/drawingml/2006/main" flipH="1" flipV="1">
            <a:off x="2024063" y="3238500"/>
            <a:ext cx="47625" cy="428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3FEEA618-D2E0-4B74-9077-541F3303C372}"/>
              </a:ext>
            </a:extLst>
          </p:cNvPr>
          <p:cNvCxnSpPr>
            <a:stCxn xmlns:a="http://schemas.openxmlformats.org/drawingml/2006/main" id="8" idx="0"/>
            <a:endCxn xmlns:a="http://schemas.openxmlformats.org/drawingml/2006/main" id="4" idx="2"/>
          </p:cNvCxnSpPr>
          <p:nvPr/>
        </p:nvCxnSpPr>
        <p:spPr>
          <a:xfrm xmlns:a="http://schemas.openxmlformats.org/drawingml/2006/main" flipH="1" flipV="1">
            <a:off x="4286250" y="2286000"/>
            <a:ext cx="2809875" cy="428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2A9524D0-DDDD-43ED-A199-2CBB9F5BB41C}"/>
              </a:ext>
            </a:extLst>
          </p:cNvPr>
          <p:cNvCxnSpPr>
            <a:stCxn xmlns:a="http://schemas.openxmlformats.org/drawingml/2006/main" id="7" idx="0"/>
            <a:endCxn xmlns:a="http://schemas.openxmlformats.org/drawingml/2006/main" id="4" idx="2"/>
          </p:cNvCxnSpPr>
          <p:nvPr/>
        </p:nvCxnSpPr>
        <p:spPr>
          <a:xfrm xmlns:a="http://schemas.openxmlformats.org/drawingml/2006/main" flipH="1" flipV="1">
            <a:off x="4286250" y="2286000"/>
            <a:ext cx="809625" cy="428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B55D4528-439A-46CC-AD90-403C6CCB8E1F}"/>
              </a:ext>
            </a:extLst>
          </p:cNvPr>
          <p:cNvCxnSpPr>
            <a:stCxn xmlns:a="http://schemas.openxmlformats.org/drawingml/2006/main" id="6" idx="0"/>
            <a:endCxn xmlns:a="http://schemas.openxmlformats.org/drawingml/2006/main" id="4" idx="2"/>
          </p:cNvCxnSpPr>
          <p:nvPr/>
        </p:nvCxnSpPr>
        <p:spPr>
          <a:xfrm xmlns:a="http://schemas.openxmlformats.org/drawingml/2006/main" flipV="1">
            <a:off x="2024063" y="2286000"/>
            <a:ext cx="2262188" cy="428625"/>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C8433223-DC3C-4575-8AB6-66529EBB785E}"/>
              </a:ext>
            </a:extLst>
          </p:cNvPr>
          <p:cNvCxnSpPr>
            <a:stCxn xmlns:a="http://schemas.openxmlformats.org/drawingml/2006/main" id="5" idx="0"/>
            <a:endCxn xmlns:a="http://schemas.openxmlformats.org/drawingml/2006/main" id="3" idx="2"/>
          </p:cNvCxnSpPr>
          <p:nvPr/>
        </p:nvCxnSpPr>
        <p:spPr>
          <a:xfrm xmlns:a="http://schemas.openxmlformats.org/drawingml/2006/main" flipH="1" flipV="1">
            <a:off x="6096000" y="1381125"/>
            <a:ext cx="4381500" cy="381000"/>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987A8FD0-F41E-4089-9EDA-3F56C86970C3}"/>
              </a:ext>
            </a:extLst>
          </p:cNvPr>
          <p:cNvCxnSpPr>
            <a:stCxn xmlns:a="http://schemas.openxmlformats.org/drawingml/2006/main" id="4" idx="0"/>
            <a:endCxn xmlns:a="http://schemas.openxmlformats.org/drawingml/2006/main" id="3" idx="2"/>
          </p:cNvCxnSpPr>
          <p:nvPr/>
        </p:nvCxnSpPr>
        <p:spPr>
          <a:xfrm xmlns:a="http://schemas.openxmlformats.org/drawingml/2006/main" flipV="1">
            <a:off x="4286250" y="1381125"/>
            <a:ext cx="1809750" cy="381000"/>
          </a:xfrm>
          <a:prstGeom xmlns:a="http://schemas.openxmlformats.org/drawingml/2006/main" prst="straightConnector1">
            <a:avLst/>
          </a:prstGeom>
          <a:ln xmlns:a="http://schemas.openxmlformats.org/drawingml/2006/main" w="17145">
            <a:solidFill>
              <a:srgbClr val="7D9E8D"/>
            </a:solidFill>
            <a:prstDash val="solid"/>
            <a:tailEnd type="triangle" w="sm" len="sm"/>
          </a:ln>
        </p:spPr>
      </p:cxnSp>
      <p:sp>
        <p:nvSpPr>
          <p:cNvPr id="35" name="title">
            <a:extLst xmlns:a="http://schemas.openxmlformats.org/drawingml/2006/main">
              <a:ext uri="{FF2B5EF4-FFF2-40B4-BE49-F238E27FC236}">
                <a16:creationId xmlns:a16="http://schemas.microsoft.com/office/drawing/2014/main" id="{0F18E28B-7B6E-4084-AEDF-ED4A675DDF8C}"/>
              </a:ext>
            </a:extLst>
          </p:cNvPr>
          <p:cNvSpPr>
            <a:spLocks xmlns:a="http://schemas.openxmlformats.org/drawingml/2006/main" noGrp="1"/>
          </p:cNvSpPr>
          <p:nvPr/>
        </p:nvSpPr>
        <p:spPr>
          <a:xfrm xmlns:a="http://schemas.openxmlformats.org/drawingml/2006/main">
            <a:off x="333375" y="228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ctr"/>
          <a:lstStyle xmlns:a="http://schemas.openxmlformats.org/drawingml/2006/main">
            <a:defPPr algn="l">
              <a:defRPr sz="2250">
                <a:solidFill>
                  <a:srgbClr val="2D7055"/>
                </a:solidFill>
                <a:latin typeface="Pretendard"/>
                <a:ea typeface="Pretendard"/>
                <a:cs typeface="Pretendard"/>
              </a:defRPr>
            </a:defPPr>
            <a:lvl1pPr algn="l">
              <a:defRPr sz="2250">
                <a:solidFill>
                  <a:srgbClr val="2D7055"/>
                </a:solidFill>
                <a:latin typeface="Pretendard"/>
                <a:ea typeface="Pretendard"/>
                <a:cs typeface="Pretendard"/>
              </a:defRPr>
            </a:lvl1pPr>
            <a:lvl2pPr algn="l">
              <a:defRPr sz="2250">
                <a:solidFill>
                  <a:srgbClr val="2D7055"/>
                </a:solidFill>
                <a:latin typeface="Pretendard"/>
                <a:ea typeface="Pretendard"/>
                <a:cs typeface="Pretendard"/>
              </a:defRPr>
            </a:lvl2pPr>
            <a:lvl3pPr algn="l">
              <a:defRPr sz="2250">
                <a:solidFill>
                  <a:srgbClr val="2D7055"/>
                </a:solidFill>
                <a:latin typeface="Pretendard"/>
                <a:ea typeface="Pretendard"/>
                <a:cs typeface="Pretendard"/>
              </a:defRPr>
            </a:lvl3pPr>
            <a:lvl4pPr algn="l">
              <a:defRPr sz="2250">
                <a:solidFill>
                  <a:srgbClr val="2D7055"/>
                </a:solidFill>
                <a:latin typeface="Pretendard"/>
                <a:ea typeface="Pretendard"/>
                <a:cs typeface="Pretendard"/>
              </a:defRPr>
            </a:lvl4pPr>
            <a:lvl5pPr algn="l">
              <a:defRPr sz="2250">
                <a:solidFill>
                  <a:srgbClr val="2D7055"/>
                </a:solidFill>
                <a:latin typeface="Pretendard"/>
                <a:ea typeface="Pretendard"/>
                <a:cs typeface="Pretendard"/>
              </a:defRPr>
            </a:lvl5pPr>
            <a:lvl6pPr algn="l">
              <a:defRPr sz="2250">
                <a:solidFill>
                  <a:srgbClr val="2D7055"/>
                </a:solidFill>
                <a:latin typeface="Pretendard"/>
                <a:ea typeface="Pretendard"/>
                <a:cs typeface="Pretendard"/>
              </a:defRPr>
            </a:lvl6pPr>
            <a:lvl7pPr algn="l">
              <a:defRPr sz="2250">
                <a:solidFill>
                  <a:srgbClr val="2D7055"/>
                </a:solidFill>
                <a:latin typeface="Pretendard"/>
                <a:ea typeface="Pretendard"/>
                <a:cs typeface="Pretendard"/>
              </a:defRPr>
            </a:lvl7pPr>
            <a:lvl8pPr algn="l">
              <a:defRPr sz="2250">
                <a:solidFill>
                  <a:srgbClr val="2D7055"/>
                </a:solidFill>
                <a:latin typeface="Pretendard"/>
                <a:ea typeface="Pretendard"/>
                <a:cs typeface="Pretendard"/>
              </a:defRPr>
            </a:lvl8pPr>
            <a:lvl9pPr algn="l">
              <a:defRPr sz="2250">
                <a:solidFill>
                  <a:srgbClr val="2D7055"/>
                </a:solidFill>
                <a:latin typeface="Pretendard"/>
                <a:ea typeface="Pretendard"/>
                <a:cs typeface="Pretendard"/>
              </a:defRPr>
            </a:lvl9pPr>
          </a:lstStyle>
          <a:p xmlns:a="http://schemas.openxmlformats.org/drawingml/2006/main">
            <a:pPr algn="l">
              <a:defRPr sz="2250">
                <a:solidFill>
                  <a:srgbClr val="2D7055"/>
                </a:solidFill>
                <a:latin typeface="Pretendard"/>
                <a:ea typeface="Pretendard"/>
                <a:cs typeface="Pretendard"/>
              </a:defRPr>
            </a:pPr>
            <a:r>
              <a:rPr sz="2250">
                <a:solidFill>
                  <a:srgbClr val="2D7055"/>
                </a:solidFill>
                <a:latin typeface="Pretendard"/>
                <a:ea typeface="Pretendard"/>
                <a:cs typeface="Pretendard"/>
              </a:rPr>
              <a:t>MOJI WhyTree</a:t>
            </a:r>
          </a:p>
        </p:txBody>
      </p:sp>
      <p:sp>
        <p:nvSpPr>
          <p:cNvPr id="2" name="author">
            <a:extLst xmlns:a="http://schemas.openxmlformats.org/drawingml/2006/main">
              <a:ext uri="{FF2B5EF4-FFF2-40B4-BE49-F238E27FC236}">
                <a16:creationId xmlns:a16="http://schemas.microsoft.com/office/drawing/2014/main" id="{C7712E7F-AC02-499E-A44D-F147BB4A4356}"/>
              </a:ext>
            </a:extLst>
          </p:cNvPr>
          <p:cNvSpPr>
            <a:spLocks xmlns:a="http://schemas.openxmlformats.org/drawingml/2006/main" noGrp="1"/>
          </p:cNvSpPr>
          <p:nvPr/>
        </p:nvSpPr>
        <p:spPr>
          <a:xfrm xmlns:a="http://schemas.openxmlformats.org/drawingml/2006/main">
            <a:off x="9239250" y="2667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ctr"/>
          <a:lstStyle xmlns:a="http://schemas.openxmlformats.org/drawingml/2006/main">
            <a:defPPr algn="l">
              <a:defRPr sz="1425">
                <a:solidFill>
                  <a:srgbClr val="263D34"/>
                </a:solidFill>
                <a:latin typeface="Pretendard"/>
                <a:ea typeface="Pretendard"/>
                <a:cs typeface="Pretendard"/>
              </a:defRPr>
            </a:defPPr>
            <a:lvl1pPr algn="l">
              <a:defRPr sz="1425">
                <a:solidFill>
                  <a:srgbClr val="263D34"/>
                </a:solidFill>
                <a:latin typeface="Pretendard"/>
                <a:ea typeface="Pretendard"/>
                <a:cs typeface="Pretendard"/>
              </a:defRPr>
            </a:lvl1pPr>
            <a:lvl2pPr algn="l">
              <a:defRPr sz="1425">
                <a:solidFill>
                  <a:srgbClr val="263D34"/>
                </a:solidFill>
                <a:latin typeface="Pretendard"/>
                <a:ea typeface="Pretendard"/>
                <a:cs typeface="Pretendard"/>
              </a:defRPr>
            </a:lvl2pPr>
            <a:lvl3pPr algn="l">
              <a:defRPr sz="1425">
                <a:solidFill>
                  <a:srgbClr val="263D34"/>
                </a:solidFill>
                <a:latin typeface="Pretendard"/>
                <a:ea typeface="Pretendard"/>
                <a:cs typeface="Pretendard"/>
              </a:defRPr>
            </a:lvl3pPr>
            <a:lvl4pPr algn="l">
              <a:defRPr sz="1425">
                <a:solidFill>
                  <a:srgbClr val="263D34"/>
                </a:solidFill>
                <a:latin typeface="Pretendard"/>
                <a:ea typeface="Pretendard"/>
                <a:cs typeface="Pretendard"/>
              </a:defRPr>
            </a:lvl4pPr>
            <a:lvl5pPr algn="l">
              <a:defRPr sz="1425">
                <a:solidFill>
                  <a:srgbClr val="263D34"/>
                </a:solidFill>
                <a:latin typeface="Pretendard"/>
                <a:ea typeface="Pretendard"/>
                <a:cs typeface="Pretendard"/>
              </a:defRPr>
            </a:lvl5pPr>
            <a:lvl6pPr algn="l">
              <a:defRPr sz="1425">
                <a:solidFill>
                  <a:srgbClr val="263D34"/>
                </a:solidFill>
                <a:latin typeface="Pretendard"/>
                <a:ea typeface="Pretendard"/>
                <a:cs typeface="Pretendard"/>
              </a:defRPr>
            </a:lvl6pPr>
            <a:lvl7pPr algn="l">
              <a:defRPr sz="1425">
                <a:solidFill>
                  <a:srgbClr val="263D34"/>
                </a:solidFill>
                <a:latin typeface="Pretendard"/>
                <a:ea typeface="Pretendard"/>
                <a:cs typeface="Pretendard"/>
              </a:defRPr>
            </a:lvl7pPr>
            <a:lvl8pPr algn="l">
              <a:defRPr sz="1425">
                <a:solidFill>
                  <a:srgbClr val="263D34"/>
                </a:solidFill>
                <a:latin typeface="Pretendard"/>
                <a:ea typeface="Pretendard"/>
                <a:cs typeface="Pretendard"/>
              </a:defRPr>
            </a:lvl8pPr>
            <a:lvl9pPr algn="l">
              <a:defRPr sz="1425">
                <a:solidFill>
                  <a:srgbClr val="263D34"/>
                </a:solidFill>
                <a:latin typeface="Pretendard"/>
                <a:ea typeface="Pretendard"/>
                <a:cs typeface="Pretendard"/>
              </a:defRPr>
            </a:lvl9pPr>
          </a:lstStyle>
          <a:p xmlns:a="http://schemas.openxmlformats.org/drawingml/2006/main">
            <a:pPr algn="l">
              <a:defRPr sz="1425">
                <a:solidFill>
                  <a:srgbClr val="263D34"/>
                </a:solidFill>
                <a:latin typeface="Pretendard"/>
                <a:ea typeface="Pretendard"/>
                <a:cs typeface="Pretendard"/>
              </a:defRPr>
            </a:pPr>
            <a:r>
              <a:rPr sz="1425">
                <a:solidFill>
                  <a:srgbClr val="263D34"/>
                </a:solidFill>
                <a:latin typeface="Pretendard"/>
                <a:ea typeface="Pretendard"/>
                <a:cs typeface="Pretendard"/>
              </a:rPr>
              <a:t>신지엽   2026-10-29</a:t>
            </a:r>
          </a:p>
        </p:txBody>
      </p:sp>
      <p:sp>
        <p:nvSpPr>
          <p:cNvPr id="3" name="root">
            <a:extLst xmlns:a="http://schemas.openxmlformats.org/drawingml/2006/main">
              <a:ext uri="{FF2B5EF4-FFF2-40B4-BE49-F238E27FC236}">
                <a16:creationId xmlns:a16="http://schemas.microsoft.com/office/drawing/2014/main" id="{FFC6FBE6-B27D-4C71-A7DD-D570BBDD9A04}"/>
              </a:ext>
            </a:extLst>
          </p:cNvPr>
          <p:cNvSpPr>
            <a:spLocks xmlns:a="http://schemas.openxmlformats.org/drawingml/2006/main" noGrp="1"/>
          </p:cNvSpPr>
          <p:nvPr/>
        </p:nvSpPr>
        <p:spPr>
          <a:xfrm xmlns:a="http://schemas.openxmlformats.org/drawingml/2006/main">
            <a:off x="4667250" y="857250"/>
            <a:ext cx="285750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초기 사업의 안정적인 운영</a:t>
            </a:r>
          </a:p>
        </p:txBody>
      </p:sp>
      <p:sp>
        <p:nvSpPr>
          <p:cNvPr id="4" name="funds">
            <a:extLst xmlns:a="http://schemas.openxmlformats.org/drawingml/2006/main">
              <a:ext uri="{FF2B5EF4-FFF2-40B4-BE49-F238E27FC236}">
                <a16:creationId xmlns:a16="http://schemas.microsoft.com/office/drawing/2014/main" id="{95482F34-5041-4CE9-A2D5-C061114C9AA9}"/>
              </a:ext>
            </a:extLst>
          </p:cNvPr>
          <p:cNvSpPr>
            <a:spLocks xmlns:a="http://schemas.openxmlformats.org/drawingml/2006/main" noGrp="1"/>
          </p:cNvSpPr>
          <p:nvPr/>
        </p:nvSpPr>
        <p:spPr>
          <a:xfrm xmlns:a="http://schemas.openxmlformats.org/drawingml/2006/main">
            <a:off x="3143250" y="1762125"/>
            <a:ext cx="228600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운영자금 부족 완화</a:t>
            </a:r>
          </a:p>
        </p:txBody>
      </p:sp>
      <p:sp>
        <p:nvSpPr>
          <p:cNvPr id="5" name="company">
            <a:extLst xmlns:a="http://schemas.openxmlformats.org/drawingml/2006/main">
              <a:ext uri="{FF2B5EF4-FFF2-40B4-BE49-F238E27FC236}">
                <a16:creationId xmlns:a16="http://schemas.microsoft.com/office/drawing/2014/main" id="{A166933D-F46F-4D77-9B6A-4FB4C42A73BA}"/>
              </a:ext>
            </a:extLst>
          </p:cNvPr>
          <p:cNvSpPr>
            <a:spLocks xmlns:a="http://schemas.openxmlformats.org/drawingml/2006/main" noGrp="1"/>
          </p:cNvSpPr>
          <p:nvPr/>
        </p:nvSpPr>
        <p:spPr>
          <a:xfrm xmlns:a="http://schemas.openxmlformats.org/drawingml/2006/main">
            <a:off x="9144000" y="1762125"/>
            <a:ext cx="266700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회사 역량과 현황 파악</a:t>
            </a:r>
          </a:p>
        </p:txBody>
      </p:sp>
      <p:sp>
        <p:nvSpPr>
          <p:cNvPr id="6" name="grant">
            <a:extLst xmlns:a="http://schemas.openxmlformats.org/drawingml/2006/main">
              <a:ext uri="{FF2B5EF4-FFF2-40B4-BE49-F238E27FC236}">
                <a16:creationId xmlns:a16="http://schemas.microsoft.com/office/drawing/2014/main" id="{7A329A66-1DF8-4210-BFA9-F63070594BB0}"/>
              </a:ext>
            </a:extLst>
          </p:cNvPr>
          <p:cNvSpPr>
            <a:spLocks xmlns:a="http://schemas.openxmlformats.org/drawingml/2006/main" noGrp="1"/>
          </p:cNvSpPr>
          <p:nvPr/>
        </p:nvSpPr>
        <p:spPr>
          <a:xfrm xmlns:a="http://schemas.openxmlformats.org/drawingml/2006/main">
            <a:off x="619125" y="2714625"/>
            <a:ext cx="2809875"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지원사업을 통한 자금 확보</a:t>
            </a:r>
          </a:p>
        </p:txBody>
      </p:sp>
      <p:sp>
        <p:nvSpPr>
          <p:cNvPr id="7" name="invest">
            <a:extLst xmlns:a="http://schemas.openxmlformats.org/drawingml/2006/main">
              <a:ext uri="{FF2B5EF4-FFF2-40B4-BE49-F238E27FC236}">
                <a16:creationId xmlns:a16="http://schemas.microsoft.com/office/drawing/2014/main" id="{E26E7936-6DCB-4A24-8696-527F674AD3C3}"/>
              </a:ext>
            </a:extLst>
          </p:cNvPr>
          <p:cNvSpPr>
            <a:spLocks xmlns:a="http://schemas.openxmlformats.org/drawingml/2006/main" noGrp="1"/>
          </p:cNvSpPr>
          <p:nvPr/>
        </p:nvSpPr>
        <p:spPr>
          <a:xfrm xmlns:a="http://schemas.openxmlformats.org/drawingml/2006/main">
            <a:off x="4381500" y="2714625"/>
            <a:ext cx="142875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dash"/>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투자유치</a:t>
            </a:r>
          </a:p>
        </p:txBody>
      </p:sp>
      <p:sp>
        <p:nvSpPr>
          <p:cNvPr id="8" name="loan">
            <a:extLst xmlns:a="http://schemas.openxmlformats.org/drawingml/2006/main">
              <a:ext uri="{FF2B5EF4-FFF2-40B4-BE49-F238E27FC236}">
                <a16:creationId xmlns:a16="http://schemas.microsoft.com/office/drawing/2014/main" id="{38CCB772-9E21-4B53-AE9F-EDAF497B2A5F}"/>
              </a:ext>
            </a:extLst>
          </p:cNvPr>
          <p:cNvSpPr>
            <a:spLocks xmlns:a="http://schemas.openxmlformats.org/drawingml/2006/main" noGrp="1"/>
          </p:cNvSpPr>
          <p:nvPr/>
        </p:nvSpPr>
        <p:spPr>
          <a:xfrm xmlns:a="http://schemas.openxmlformats.org/drawingml/2006/main">
            <a:off x="6477000" y="2714625"/>
            <a:ext cx="123825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dash"/>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대출</a:t>
            </a:r>
          </a:p>
        </p:txBody>
      </p:sp>
      <p:sp>
        <p:nvSpPr>
          <p:cNvPr id="9" name="apply">
            <a:extLst xmlns:a="http://schemas.openxmlformats.org/drawingml/2006/main">
              <a:ext uri="{FF2B5EF4-FFF2-40B4-BE49-F238E27FC236}">
                <a16:creationId xmlns:a16="http://schemas.microsoft.com/office/drawing/2014/main" id="{E3E4E6A5-AA36-4699-9A07-EC8041EBA6F6}"/>
              </a:ext>
            </a:extLst>
          </p:cNvPr>
          <p:cNvSpPr>
            <a:spLocks xmlns:a="http://schemas.openxmlformats.org/drawingml/2006/main" noGrp="1"/>
          </p:cNvSpPr>
          <p:nvPr/>
        </p:nvSpPr>
        <p:spPr>
          <a:xfrm xmlns:a="http://schemas.openxmlformats.org/drawingml/2006/main">
            <a:off x="714375" y="3667125"/>
            <a:ext cx="2714625"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지원사업 신청 완수</a:t>
            </a:r>
          </a:p>
        </p:txBody>
      </p:sp>
      <p:sp>
        <p:nvSpPr>
          <p:cNvPr id="10" name="find">
            <a:extLst xmlns:a="http://schemas.openxmlformats.org/drawingml/2006/main">
              <a:ext uri="{FF2B5EF4-FFF2-40B4-BE49-F238E27FC236}">
                <a16:creationId xmlns:a16="http://schemas.microsoft.com/office/drawing/2014/main" id="{803186CA-6DB8-4F23-8EB3-312B516325FC}"/>
              </a:ext>
            </a:extLst>
          </p:cNvPr>
          <p:cNvSpPr>
            <a:spLocks xmlns:a="http://schemas.openxmlformats.org/drawingml/2006/main" noGrp="1"/>
          </p:cNvSpPr>
          <p:nvPr/>
        </p:nvSpPr>
        <p:spPr>
          <a:xfrm xmlns:a="http://schemas.openxmlformats.org/drawingml/2006/main">
            <a:off x="285750" y="4619625"/>
            <a:ext cx="2333625" cy="571500"/>
          </a:xfrm>
          <a:prstGeom xmlns:a="http://schemas.openxmlformats.org/drawingml/2006/main" prst="roundRect">
            <a:avLst>
              <a:gd name="adj" fmla="val 8333"/>
            </a:avLst>
          </a:prstGeom>
          <a:solidFill xmlns:a="http://schemas.openxmlformats.org/drawingml/2006/main">
            <a:srgbClr val="FFF0BC"/>
          </a:solidFill>
          <a:ln xmlns:a="http://schemas.openxmlformats.org/drawingml/2006/main" w="22860">
            <a:solidFill>
              <a:srgbClr val="C58A20"/>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신청 가능한 공고 찾기</a:t>
            </a:r>
          </a:p>
        </p:txBody>
      </p:sp>
      <p:sp>
        <p:nvSpPr>
          <p:cNvPr id="11" name="write">
            <a:extLst xmlns:a="http://schemas.openxmlformats.org/drawingml/2006/main">
              <a:ext uri="{FF2B5EF4-FFF2-40B4-BE49-F238E27FC236}">
                <a16:creationId xmlns:a16="http://schemas.microsoft.com/office/drawing/2014/main" id="{95D41220-72E1-4582-B875-D5DE19951EDD}"/>
              </a:ext>
            </a:extLst>
          </p:cNvPr>
          <p:cNvSpPr>
            <a:spLocks xmlns:a="http://schemas.openxmlformats.org/drawingml/2006/main" noGrp="1"/>
          </p:cNvSpPr>
          <p:nvPr/>
        </p:nvSpPr>
        <p:spPr>
          <a:xfrm xmlns:a="http://schemas.openxmlformats.org/drawingml/2006/main">
            <a:off x="3000375" y="4619625"/>
            <a:ext cx="2857500" cy="571500"/>
          </a:xfrm>
          <a:prstGeom xmlns:a="http://schemas.openxmlformats.org/drawingml/2006/main" prst="roundRect">
            <a:avLst>
              <a:gd name="adj" fmla="val 8333"/>
            </a:avLst>
          </a:prstGeom>
          <a:solidFill xmlns:a="http://schemas.openxmlformats.org/drawingml/2006/main">
            <a:srgbClr val="FFF0BC"/>
          </a:solidFill>
          <a:ln xmlns:a="http://schemas.openxmlformats.org/drawingml/2006/main" w="22860">
            <a:solidFill>
              <a:srgbClr val="C58A20"/>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사업계획서 작성 부담 줄이기</a:t>
            </a:r>
          </a:p>
        </p:txBody>
      </p:sp>
      <p:sp>
        <p:nvSpPr>
          <p:cNvPr id="12" name="example">
            <a:extLst xmlns:a="http://schemas.openxmlformats.org/drawingml/2006/main">
              <a:ext uri="{FF2B5EF4-FFF2-40B4-BE49-F238E27FC236}">
                <a16:creationId xmlns:a16="http://schemas.microsoft.com/office/drawing/2014/main" id="{C176524D-F226-4A7E-8EA3-631315AA1F99}"/>
              </a:ext>
            </a:extLst>
          </p:cNvPr>
          <p:cNvSpPr>
            <a:spLocks xmlns:a="http://schemas.openxmlformats.org/drawingml/2006/main" noGrp="1"/>
          </p:cNvSpPr>
          <p:nvPr/>
        </p:nvSpPr>
        <p:spPr>
          <a:xfrm xmlns:a="http://schemas.openxmlformats.org/drawingml/2006/main">
            <a:off x="381000" y="5762625"/>
            <a:ext cx="2190750" cy="5715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같은 업종의</a:t>
            </a:r>
          </a:p>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작성 예시 제공</a:t>
            </a:r>
          </a:p>
        </p:txBody>
      </p:sp>
      <p:sp>
        <p:nvSpPr>
          <p:cNvPr id="13" name="question">
            <a:extLst xmlns:a="http://schemas.openxmlformats.org/drawingml/2006/main">
              <a:ext uri="{FF2B5EF4-FFF2-40B4-BE49-F238E27FC236}">
                <a16:creationId xmlns:a16="http://schemas.microsoft.com/office/drawing/2014/main" id="{95006CE4-03DB-490C-9EA1-ADA4248BDE45}"/>
              </a:ext>
            </a:extLst>
          </p:cNvPr>
          <p:cNvSpPr>
            <a:spLocks xmlns:a="http://schemas.openxmlformats.org/drawingml/2006/main" noGrp="1"/>
          </p:cNvSpPr>
          <p:nvPr/>
        </p:nvSpPr>
        <p:spPr>
          <a:xfrm xmlns:a="http://schemas.openxmlformats.org/drawingml/2006/main">
            <a:off x="2952750" y="5762625"/>
            <a:ext cx="2381250" cy="5715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질문으로 회사 내용 정리</a:t>
            </a:r>
          </a:p>
        </p:txBody>
      </p:sp>
      <p:sp>
        <p:nvSpPr>
          <p:cNvPr id="14" name="draft">
            <a:extLst xmlns:a="http://schemas.openxmlformats.org/drawingml/2006/main">
              <a:ext uri="{FF2B5EF4-FFF2-40B4-BE49-F238E27FC236}">
                <a16:creationId xmlns:a16="http://schemas.microsoft.com/office/drawing/2014/main" id="{FE29B29B-CB83-4627-A1C4-7A7A41297DF0}"/>
              </a:ext>
            </a:extLst>
          </p:cNvPr>
          <p:cNvSpPr>
            <a:spLocks xmlns:a="http://schemas.openxmlformats.org/drawingml/2006/main" noGrp="1"/>
          </p:cNvSpPr>
          <p:nvPr/>
        </p:nvSpPr>
        <p:spPr>
          <a:xfrm xmlns:a="http://schemas.openxmlformats.org/drawingml/2006/main">
            <a:off x="5715000" y="5762625"/>
            <a:ext cx="2286000" cy="5715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답변을 초안으로 작성</a:t>
            </a:r>
          </a:p>
        </p:txBody>
      </p:sp>
      <p:sp>
        <p:nvSpPr>
          <p:cNvPr id="15" name="plan">
            <a:extLst xmlns:a="http://schemas.openxmlformats.org/drawingml/2006/main">
              <a:ext uri="{FF2B5EF4-FFF2-40B4-BE49-F238E27FC236}">
                <a16:creationId xmlns:a16="http://schemas.microsoft.com/office/drawing/2014/main" id="{6661AA41-EA66-46E3-8DE8-AA54290B107C}"/>
              </a:ext>
            </a:extLst>
          </p:cNvPr>
          <p:cNvSpPr>
            <a:spLocks xmlns:a="http://schemas.openxmlformats.org/drawingml/2006/main" noGrp="1"/>
          </p:cNvSpPr>
          <p:nvPr/>
        </p:nvSpPr>
        <p:spPr>
          <a:xfrm xmlns:a="http://schemas.openxmlformats.org/drawingml/2006/main">
            <a:off x="8096250" y="3857625"/>
            <a:ext cx="161925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사업계획 정리</a:t>
            </a:r>
          </a:p>
        </p:txBody>
      </p:sp>
      <p:sp>
        <p:nvSpPr>
          <p:cNvPr id="16" name="evaluation">
            <a:extLst xmlns:a="http://schemas.openxmlformats.org/drawingml/2006/main">
              <a:ext uri="{FF2B5EF4-FFF2-40B4-BE49-F238E27FC236}">
                <a16:creationId xmlns:a16="http://schemas.microsoft.com/office/drawing/2014/main" id="{95DBA112-5DE9-4F74-B6A2-D95D5F308850}"/>
              </a:ext>
            </a:extLst>
          </p:cNvPr>
          <p:cNvSpPr>
            <a:spLocks xmlns:a="http://schemas.openxmlformats.org/drawingml/2006/main" noGrp="1"/>
          </p:cNvSpPr>
          <p:nvPr/>
        </p:nvSpPr>
        <p:spPr>
          <a:xfrm xmlns:a="http://schemas.openxmlformats.org/drawingml/2006/main">
            <a:off x="9906000" y="3857625"/>
            <a:ext cx="180975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solid"/>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지원사업 평가</a:t>
            </a:r>
          </a:p>
        </p:txBody>
      </p:sp>
      <p:sp>
        <p:nvSpPr>
          <p:cNvPr id="17" name="consult">
            <a:extLst xmlns:a="http://schemas.openxmlformats.org/drawingml/2006/main">
              <a:ext uri="{FF2B5EF4-FFF2-40B4-BE49-F238E27FC236}">
                <a16:creationId xmlns:a16="http://schemas.microsoft.com/office/drawing/2014/main" id="{47A46197-8D2A-4C4B-BF22-DBA83158FB1C}"/>
              </a:ext>
            </a:extLst>
          </p:cNvPr>
          <p:cNvSpPr>
            <a:spLocks xmlns:a="http://schemas.openxmlformats.org/drawingml/2006/main" noGrp="1"/>
          </p:cNvSpPr>
          <p:nvPr/>
        </p:nvSpPr>
        <p:spPr>
          <a:xfrm xmlns:a="http://schemas.openxmlformats.org/drawingml/2006/main">
            <a:off x="7810500" y="2714625"/>
            <a:ext cx="1333500" cy="523875"/>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476257"/>
            </a:solidFill>
            <a:prstDash val="dash"/>
          </a:ln>
        </p:spPr>
        <p:txBody>
          <a:bodyPr xmlns:a="http://schemas.openxmlformats.org/drawingml/2006/main" wrap="square" lIns="57150" tIns="57150" rIns="57150" bIns="57150" anchor="ctr"/>
          <a:lstStyle xmlns:a="http://schemas.openxmlformats.org/drawingml/2006/main">
            <a:defPPr algn="ctr">
              <a:defRPr sz="1650">
                <a:solidFill>
                  <a:srgbClr val="263D34"/>
                </a:solidFill>
                <a:latin typeface="Pretendard"/>
                <a:ea typeface="Pretendard"/>
                <a:cs typeface="Pretendard"/>
              </a:defRPr>
            </a:defPPr>
            <a:lvl1pPr algn="ctr">
              <a:defRPr sz="1650">
                <a:solidFill>
                  <a:srgbClr val="263D34"/>
                </a:solidFill>
                <a:latin typeface="Pretendard"/>
                <a:ea typeface="Pretendard"/>
                <a:cs typeface="Pretendard"/>
              </a:defRPr>
            </a:lvl1pPr>
            <a:lvl2pPr algn="ctr">
              <a:defRPr sz="1650">
                <a:solidFill>
                  <a:srgbClr val="263D34"/>
                </a:solidFill>
                <a:latin typeface="Pretendard"/>
                <a:ea typeface="Pretendard"/>
                <a:cs typeface="Pretendard"/>
              </a:defRPr>
            </a:lvl2pPr>
            <a:lvl3pPr algn="ctr">
              <a:defRPr sz="1650">
                <a:solidFill>
                  <a:srgbClr val="263D34"/>
                </a:solidFill>
                <a:latin typeface="Pretendard"/>
                <a:ea typeface="Pretendard"/>
                <a:cs typeface="Pretendard"/>
              </a:defRPr>
            </a:lvl3pPr>
            <a:lvl4pPr algn="ctr">
              <a:defRPr sz="1650">
                <a:solidFill>
                  <a:srgbClr val="263D34"/>
                </a:solidFill>
                <a:latin typeface="Pretendard"/>
                <a:ea typeface="Pretendard"/>
                <a:cs typeface="Pretendard"/>
              </a:defRPr>
            </a:lvl4pPr>
            <a:lvl5pPr algn="ctr">
              <a:defRPr sz="1650">
                <a:solidFill>
                  <a:srgbClr val="263D34"/>
                </a:solidFill>
                <a:latin typeface="Pretendard"/>
                <a:ea typeface="Pretendard"/>
                <a:cs typeface="Pretendard"/>
              </a:defRPr>
            </a:lvl5pPr>
            <a:lvl6pPr algn="ctr">
              <a:defRPr sz="1650">
                <a:solidFill>
                  <a:srgbClr val="263D34"/>
                </a:solidFill>
                <a:latin typeface="Pretendard"/>
                <a:ea typeface="Pretendard"/>
                <a:cs typeface="Pretendard"/>
              </a:defRPr>
            </a:lvl6pPr>
            <a:lvl7pPr algn="ctr">
              <a:defRPr sz="1650">
                <a:solidFill>
                  <a:srgbClr val="263D34"/>
                </a:solidFill>
                <a:latin typeface="Pretendard"/>
                <a:ea typeface="Pretendard"/>
                <a:cs typeface="Pretendard"/>
              </a:defRPr>
            </a:lvl7pPr>
            <a:lvl8pPr algn="ctr">
              <a:defRPr sz="1650">
                <a:solidFill>
                  <a:srgbClr val="263D34"/>
                </a:solidFill>
                <a:latin typeface="Pretendard"/>
                <a:ea typeface="Pretendard"/>
                <a:cs typeface="Pretendard"/>
              </a:defRPr>
            </a:lvl8pPr>
            <a:lvl9pPr algn="ctr">
              <a:defRPr sz="1650">
                <a:solidFill>
                  <a:srgbClr val="263D34"/>
                </a:solidFill>
                <a:latin typeface="Pretendard"/>
                <a:ea typeface="Pretendard"/>
                <a:cs typeface="Pretendard"/>
              </a:defRPr>
            </a:lvl9pPr>
          </a:lstStyle>
          <a:p xmlns:a="http://schemas.openxmlformats.org/drawingml/2006/main">
            <a:pPr algn="ctr">
              <a:defRPr sz="1650">
                <a:solidFill>
                  <a:srgbClr val="263D34"/>
                </a:solidFill>
                <a:latin typeface="Pretendard"/>
                <a:ea typeface="Pretendard"/>
                <a:cs typeface="Pretendard"/>
              </a:defRPr>
            </a:pPr>
            <a:r>
              <a:rPr sz="1650">
                <a:solidFill>
                  <a:srgbClr val="263D34"/>
                </a:solidFill>
                <a:latin typeface="Pretendard"/>
                <a:ea typeface="Pretendard"/>
                <a:cs typeface="Pretendard"/>
              </a:rPr>
              <a:t>컨설팅</a:t>
            </a:r>
          </a:p>
        </p:txBody>
      </p:sp>
      <p:sp>
        <p:nvSpPr>
          <p:cNvPr id="34" name="legend">
            <a:extLst xmlns:a="http://schemas.openxmlformats.org/drawingml/2006/main">
              <a:ext uri="{FF2B5EF4-FFF2-40B4-BE49-F238E27FC236}">
                <a16:creationId xmlns:a16="http://schemas.microsoft.com/office/drawing/2014/main" id="{06D98A8F-F0FA-482D-8FC2-B4CF39E2EE42}"/>
              </a:ext>
            </a:extLst>
          </p:cNvPr>
          <p:cNvSpPr>
            <a:spLocks xmlns:a="http://schemas.openxmlformats.org/drawingml/2006/main" noGrp="1"/>
          </p:cNvSpPr>
          <p:nvPr/>
        </p:nvSpPr>
        <p:spPr>
          <a:xfrm xmlns:a="http://schemas.openxmlformats.org/drawingml/2006/main">
            <a:off x="333375" y="6486525"/>
            <a:ext cx="1152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ctr"/>
          <a:lstStyle xmlns:a="http://schemas.openxmlformats.org/drawingml/2006/main">
            <a:defPPr algn="l">
              <a:defRPr sz="1275">
                <a:solidFill>
                  <a:srgbClr val="52665B"/>
                </a:solidFill>
                <a:latin typeface="Pretendard"/>
                <a:ea typeface="Pretendard"/>
                <a:cs typeface="Pretendard"/>
              </a:defRPr>
            </a:defPPr>
            <a:lvl1pPr algn="l">
              <a:defRPr sz="1275">
                <a:solidFill>
                  <a:srgbClr val="52665B"/>
                </a:solidFill>
                <a:latin typeface="Pretendard"/>
                <a:ea typeface="Pretendard"/>
                <a:cs typeface="Pretendard"/>
              </a:defRPr>
            </a:lvl1pPr>
            <a:lvl2pPr algn="l">
              <a:defRPr sz="1275">
                <a:solidFill>
                  <a:srgbClr val="52665B"/>
                </a:solidFill>
                <a:latin typeface="Pretendard"/>
                <a:ea typeface="Pretendard"/>
                <a:cs typeface="Pretendard"/>
              </a:defRPr>
            </a:lvl2pPr>
            <a:lvl3pPr algn="l">
              <a:defRPr sz="1275">
                <a:solidFill>
                  <a:srgbClr val="52665B"/>
                </a:solidFill>
                <a:latin typeface="Pretendard"/>
                <a:ea typeface="Pretendard"/>
                <a:cs typeface="Pretendard"/>
              </a:defRPr>
            </a:lvl3pPr>
            <a:lvl4pPr algn="l">
              <a:defRPr sz="1275">
                <a:solidFill>
                  <a:srgbClr val="52665B"/>
                </a:solidFill>
                <a:latin typeface="Pretendard"/>
                <a:ea typeface="Pretendard"/>
                <a:cs typeface="Pretendard"/>
              </a:defRPr>
            </a:lvl4pPr>
            <a:lvl5pPr algn="l">
              <a:defRPr sz="1275">
                <a:solidFill>
                  <a:srgbClr val="52665B"/>
                </a:solidFill>
                <a:latin typeface="Pretendard"/>
                <a:ea typeface="Pretendard"/>
                <a:cs typeface="Pretendard"/>
              </a:defRPr>
            </a:lvl5pPr>
            <a:lvl6pPr algn="l">
              <a:defRPr sz="1275">
                <a:solidFill>
                  <a:srgbClr val="52665B"/>
                </a:solidFill>
                <a:latin typeface="Pretendard"/>
                <a:ea typeface="Pretendard"/>
                <a:cs typeface="Pretendard"/>
              </a:defRPr>
            </a:lvl6pPr>
            <a:lvl7pPr algn="l">
              <a:defRPr sz="1275">
                <a:solidFill>
                  <a:srgbClr val="52665B"/>
                </a:solidFill>
                <a:latin typeface="Pretendard"/>
                <a:ea typeface="Pretendard"/>
                <a:cs typeface="Pretendard"/>
              </a:defRPr>
            </a:lvl7pPr>
            <a:lvl8pPr algn="l">
              <a:defRPr sz="1275">
                <a:solidFill>
                  <a:srgbClr val="52665B"/>
                </a:solidFill>
                <a:latin typeface="Pretendard"/>
                <a:ea typeface="Pretendard"/>
                <a:cs typeface="Pretendard"/>
              </a:defRPr>
            </a:lvl8pPr>
            <a:lvl9pPr algn="l">
              <a:defRPr sz="1275">
                <a:solidFill>
                  <a:srgbClr val="52665B"/>
                </a:solidFill>
                <a:latin typeface="Pretendard"/>
                <a:ea typeface="Pretendard"/>
                <a:cs typeface="Pretendard"/>
              </a:defRPr>
            </a:lvl9pPr>
          </a:lstStyle>
          <a:p xmlns:a="http://schemas.openxmlformats.org/drawingml/2006/main">
            <a:pPr algn="l">
              <a:defRPr sz="1275">
                <a:solidFill>
                  <a:srgbClr val="52665B"/>
                </a:solidFill>
                <a:latin typeface="Pretendard"/>
                <a:ea typeface="Pretendard"/>
                <a:cs typeface="Pretendard"/>
              </a:defRPr>
            </a:pPr>
            <a:r>
              <a:rPr sz="1275">
                <a:solidFill>
                  <a:srgbClr val="52665B"/>
                </a:solidFill>
                <a:latin typeface="Pretendard"/>
                <a:ea typeface="Pretendard"/>
                <a:cs typeface="Pretendard"/>
              </a:rPr>
              <a:t>화살표: 수단(how)에서 목적(why)으로   /   노란 상자: 출발점   /   점선 상자: 다른 대안   /   점선 연결: 부가적 목적</a:t>
            </a:r>
          </a:p>
        </p:txBody>
      </p:sp>
    </p:spTree>
    <p:extLst>
      <p:ext uri="{BB962C8B-B14F-4D97-AF65-F5344CB8AC3E}">
        <p14:creationId xmlns:p14="http://schemas.microsoft.com/office/powerpoint/2010/main" val="5923789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2026-10-29T14:30:59.7330000Z</dcterms:created>
  <dcterms:modified xsi:type="dcterms:W3CDTF">2026-10-29T14:30:59.7340000Z</dcterms:modified>
</coreProperties>
</file>